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Выполнили: Голубев А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Выполнили: Голубев А.</a:t>
            </a:r>
          </a:p>
        </p:txBody>
      </p:sp>
      <p:sp>
        <p:nvSpPr>
          <p:cNvPr id="172" name="Календарь для личных целе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Календарь для личных целей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Проблема: Современные пользователи сталкиваются с серьезной проблемой — их события и задачи разбросаны по разным местам. Что-то записано в заметках, что-то — в переписке в мессенджерах, а что-то приходится держать просто в голове. В итоге важные встречи "/>
          <p:cNvSpPr txBox="1"/>
          <p:nvPr/>
        </p:nvSpPr>
        <p:spPr>
          <a:xfrm>
            <a:off x="725141" y="1119116"/>
            <a:ext cx="22933718" cy="288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Проблема: Современные пользователи сталкиваются с серьезной проблемой — их события и задачи разбросаны по разным местам. Что-то записано в заметках, что-то — в переписке в мессенджерах, а что-то приходится держать просто в голове. В итоге важные встречи забываются, дедлайны срываются, а день превращается в хаос.</a:t>
            </a:r>
          </a:p>
        </p:txBody>
      </p:sp>
      <p:sp>
        <p:nvSpPr>
          <p:cNvPr id="175" name="Решение: Всё начинается с быстрой авторизации. Всего один экран, два поля — и вы внутри приложения меньше чем за 10 секунд.…"/>
          <p:cNvSpPr txBox="1"/>
          <p:nvPr/>
        </p:nvSpPr>
        <p:spPr>
          <a:xfrm>
            <a:off x="668124" y="4405375"/>
            <a:ext cx="23047753" cy="399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Решение: Всё начинается с быстрой авторизации. Всего один экран, два поля — и вы внутри приложения меньше чем за 10 секунд.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Интерфейс максимально прост и понятен. Вы видите календарь, выбираете дату и сразу добавляете событие. Никаких лишних меню и запутанных настроек. Приложение работает без интернета. Благодаря локальному хранилищу на базе SwiftData, все ваши события всегда доступны, даже когда нет связи. А как только интернет появляется — данные синхронизируются автоматически.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Технологический стек приложения:"/>
          <p:cNvSpPr txBox="1"/>
          <p:nvPr>
            <p:ph type="subTitle" sz="quarter" idx="1"/>
          </p:nvPr>
        </p:nvSpPr>
        <p:spPr>
          <a:xfrm>
            <a:off x="402264" y="346273"/>
            <a:ext cx="15893539" cy="1050494"/>
          </a:xfrm>
          <a:prstGeom prst="rect">
            <a:avLst/>
          </a:prstGeom>
        </p:spPr>
        <p:txBody>
          <a:bodyPr/>
          <a:lstStyle/>
          <a:p>
            <a:pPr/>
            <a:r>
              <a:t>Технологический стек приложения:</a:t>
            </a:r>
          </a:p>
        </p:txBody>
      </p:sp>
      <p:sp>
        <p:nvSpPr>
          <p:cNvPr id="178" name="Frontend (iOS) - Swift 5+ (SwiftUI фреймворк)"/>
          <p:cNvSpPr txBox="1"/>
          <p:nvPr/>
        </p:nvSpPr>
        <p:spPr>
          <a:xfrm>
            <a:off x="543998" y="2045323"/>
            <a:ext cx="13806145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Frontend (iOS) - Swift 5+ (SwiftUI фреймворк)</a:t>
            </a:r>
          </a:p>
        </p:txBody>
      </p:sp>
      <p:sp>
        <p:nvSpPr>
          <p:cNvPr id="179" name="Data Base - PostgresSQL"/>
          <p:cNvSpPr txBox="1"/>
          <p:nvPr/>
        </p:nvSpPr>
        <p:spPr>
          <a:xfrm>
            <a:off x="543998" y="3152152"/>
            <a:ext cx="7675868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Data Base - PostgresSQL</a:t>
            </a:r>
          </a:p>
        </p:txBody>
      </p:sp>
      <p:sp>
        <p:nvSpPr>
          <p:cNvPr id="180" name="Backend API - JSON"/>
          <p:cNvSpPr txBox="1"/>
          <p:nvPr/>
        </p:nvSpPr>
        <p:spPr>
          <a:xfrm>
            <a:off x="543998" y="4258981"/>
            <a:ext cx="6222798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Backend API - JSON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db.png" descr="d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6530" y="1081167"/>
            <a:ext cx="25826805" cy="203974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Экран входа"/>
          <p:cNvSpPr txBox="1"/>
          <p:nvPr/>
        </p:nvSpPr>
        <p:spPr>
          <a:xfrm>
            <a:off x="509341" y="438836"/>
            <a:ext cx="3508249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Экран входа</a:t>
            </a:r>
          </a:p>
        </p:txBody>
      </p:sp>
      <p:pic>
        <p:nvPicPr>
          <p:cNvPr id="185" name="Снимок экрана 2026-04-24 в 8.56.02 PM.png" descr="Снимок экрана 2026-04-24 в 8.56.0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9847" y="1644722"/>
            <a:ext cx="17687374" cy="1105460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86" name="Simulator Screenshot - iPhone 17 Pro - 2026-04-24 at 20.54.56.png" descr="Simulator Screenshot - iPhone 17 Pro - 2026-04-24 at 20.54.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817614" y="1651324"/>
            <a:ext cx="5117925" cy="1112703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Экран регистрации"/>
          <p:cNvSpPr txBox="1"/>
          <p:nvPr/>
        </p:nvSpPr>
        <p:spPr>
          <a:xfrm>
            <a:off x="681006" y="600142"/>
            <a:ext cx="453542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Экран регистрации</a:t>
            </a:r>
          </a:p>
        </p:txBody>
      </p:sp>
      <p:pic>
        <p:nvPicPr>
          <p:cNvPr id="189" name="Simulator Screenshot - iPhone 17 Pro - 2026-04-24 at 20.54.59.png" descr="Simulator Screenshot - iPhone 17 Pro - 2026-04-24 at 20.54.5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39393" y="1389683"/>
            <a:ext cx="5030352" cy="109366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90" name="Снимок экрана 2026-04-24 в 9.54.33 PM.png" descr="Снимок экрана 2026-04-24 в 9.54.3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7663" y="1389683"/>
            <a:ext cx="17498614" cy="109366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Снимок экрана 2026-04-24 в 8.56.51 PM.png" descr="Снимок экрана 2026-04-24 в 8.56.5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782" y="1340757"/>
            <a:ext cx="17655176" cy="1103448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93" name="Simulator Screenshot - iPhone 17 Pro - 2026-04-24 at 20.18.54.png" descr="Simulator Screenshot - iPhone 17 Pro - 2026-04-24 at 20.18.5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724056" y="1303370"/>
            <a:ext cx="5109752" cy="1110926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194" name="Главный экран приложения"/>
          <p:cNvSpPr txBox="1"/>
          <p:nvPr/>
        </p:nvSpPr>
        <p:spPr>
          <a:xfrm>
            <a:off x="390335" y="341768"/>
            <a:ext cx="6489498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Главный экран приложения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https://github.com"/>
          <p:cNvSpPr txBox="1"/>
          <p:nvPr/>
        </p:nvSpPr>
        <p:spPr>
          <a:xfrm>
            <a:off x="8663558" y="529473"/>
            <a:ext cx="416143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https://github.com</a:t>
            </a:r>
          </a:p>
        </p:txBody>
      </p:sp>
      <p:pic>
        <p:nvPicPr>
          <p:cNvPr id="19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4817" y="1336318"/>
            <a:ext cx="11753574" cy="117535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Спасибо за внимание"/>
          <p:cNvSpPr txBox="1"/>
          <p:nvPr/>
        </p:nvSpPr>
        <p:spPr>
          <a:xfrm>
            <a:off x="6363303" y="476904"/>
            <a:ext cx="1165739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Спасибо за внимание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